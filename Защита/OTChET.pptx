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6" autoAdjust="0"/>
    <p:restoredTop sz="94660"/>
  </p:normalViewPr>
  <p:slideViewPr>
    <p:cSldViewPr snapToGrid="0">
      <p:cViewPr varScale="1">
        <p:scale>
          <a:sx n="81" d="100"/>
          <a:sy n="81" d="100"/>
        </p:scale>
        <p:origin x="754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8EE06E-6907-46DC-B298-B4B1011CDA1B}" type="datetimeFigureOut">
              <a:rPr lang="ru-RU" smtClean="0"/>
              <a:t>20.04.2026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FBC5A2-0286-485C-BC63-46CDB546D6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76867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FBC5A2-0286-485C-BC63-46CDB546D6D9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27826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C06136-4108-482B-AFFF-106B86E39634}" type="datetimeFigureOut">
              <a:rPr lang="ru-RU" smtClean="0"/>
              <a:t>20.04.2026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78D957CA-E736-4F4F-8CB7-7A364DB533A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32718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C06136-4108-482B-AFFF-106B86E39634}" type="datetimeFigureOut">
              <a:rPr lang="ru-RU" smtClean="0"/>
              <a:t>20.04.2026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D957CA-E736-4F4F-8CB7-7A364DB533A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666336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C06136-4108-482B-AFFF-106B86E39634}" type="datetimeFigureOut">
              <a:rPr lang="ru-RU" smtClean="0"/>
              <a:t>20.04.2026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78D957CA-E736-4F4F-8CB7-7A364DB533A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857432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C06136-4108-482B-AFFF-106B86E39634}" type="datetimeFigureOut">
              <a:rPr lang="ru-RU" smtClean="0"/>
              <a:t>20.04.2026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78D957CA-E736-4F4F-8CB7-7A364DB533A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435412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C06136-4108-482B-AFFF-106B86E39634}" type="datetimeFigureOut">
              <a:rPr lang="ru-RU" smtClean="0"/>
              <a:t>20.04.2026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78D957CA-E736-4F4F-8CB7-7A364DB533A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445597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C06136-4108-482B-AFFF-106B86E39634}" type="datetimeFigureOut">
              <a:rPr lang="ru-RU" smtClean="0"/>
              <a:t>20.04.2026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D957CA-E736-4F4F-8CB7-7A364DB533A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15709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C06136-4108-482B-AFFF-106B86E39634}" type="datetimeFigureOut">
              <a:rPr lang="ru-RU" smtClean="0"/>
              <a:t>20.04.2026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D957CA-E736-4F4F-8CB7-7A364DB533A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839291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C06136-4108-482B-AFFF-106B86E39634}" type="datetimeFigureOut">
              <a:rPr lang="ru-RU" smtClean="0"/>
              <a:t>20.04.2026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D957CA-E736-4F4F-8CB7-7A364DB533A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460766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C06136-4108-482B-AFFF-106B86E39634}" type="datetimeFigureOut">
              <a:rPr lang="ru-RU" smtClean="0"/>
              <a:t>20.04.2026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78D957CA-E736-4F4F-8CB7-7A364DB533A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077180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C06136-4108-482B-AFFF-106B86E39634}" type="datetimeFigureOut">
              <a:rPr lang="ru-RU" smtClean="0"/>
              <a:t>20.04.2026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78D957CA-E736-4F4F-8CB7-7A364DB533A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520312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C06136-4108-482B-AFFF-106B86E39634}" type="datetimeFigureOut">
              <a:rPr lang="ru-RU" smtClean="0"/>
              <a:t>20.04.2026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78D957CA-E736-4F4F-8CB7-7A364DB533A0}" type="slidenum">
              <a:rPr lang="ru-RU" smtClean="0"/>
              <a:t>‹#›</a:t>
            </a:fld>
            <a:endParaRPr lang="ru-RU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29641459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C06136-4108-482B-AFFF-106B86E39634}" type="datetimeFigureOut">
              <a:rPr lang="ru-RU" smtClean="0"/>
              <a:t>20.04.2026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78D957CA-E736-4F4F-8CB7-7A364DB533A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6116141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карточки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C06136-4108-482B-AFFF-106B86E39634}" type="datetimeFigureOut">
              <a:rPr lang="ru-RU" smtClean="0"/>
              <a:t>20.04.2026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78D957CA-E736-4F4F-8CB7-7A364DB533A0}" type="slidenum">
              <a:rPr lang="ru-RU" smtClean="0"/>
              <a:t>‹#›</a:t>
            </a:fld>
            <a:endParaRPr lang="ru-RU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56206980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Истина или лож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C06136-4108-482B-AFFF-106B86E39634}" type="datetimeFigureOut">
              <a:rPr lang="ru-RU" smtClean="0"/>
              <a:t>20.04.2026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78D957CA-E736-4F4F-8CB7-7A364DB533A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0177282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C06136-4108-482B-AFFF-106B86E39634}" type="datetimeFigureOut">
              <a:rPr lang="ru-RU" smtClean="0"/>
              <a:t>20.04.2026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D957CA-E736-4F4F-8CB7-7A364DB533A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011253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C06136-4108-482B-AFFF-106B86E39634}" type="datetimeFigureOut">
              <a:rPr lang="ru-RU" smtClean="0"/>
              <a:t>20.04.2026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D957CA-E736-4F4F-8CB7-7A364DB533A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71697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C06136-4108-482B-AFFF-106B86E39634}" type="datetimeFigureOut">
              <a:rPr lang="ru-RU" smtClean="0"/>
              <a:t>20.04.2026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78D957CA-E736-4F4F-8CB7-7A364DB533A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021862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1CEB1AC-2E97-98EC-A699-298A5A0046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482290"/>
            <a:ext cx="9144000" cy="2290813"/>
          </a:xfrm>
        </p:spPr>
        <p:txBody>
          <a:bodyPr>
            <a:normAutofit fontScale="90000"/>
          </a:bodyPr>
          <a:lstStyle/>
          <a:p>
            <a:r>
              <a:rPr lang="ru-RU" sz="2800" b="1" dirty="0"/>
              <a:t>ОТЧЕТ</a:t>
            </a:r>
            <a:br>
              <a:rPr lang="ru-RU" sz="2800" b="1" dirty="0"/>
            </a:br>
            <a:br>
              <a:rPr lang="ru-RU" sz="2800" dirty="0"/>
            </a:br>
            <a:r>
              <a:rPr lang="ru-RU" sz="2800" b="1" dirty="0"/>
              <a:t> по учебной практике</a:t>
            </a:r>
            <a:br>
              <a:rPr lang="ru-RU" sz="2800" dirty="0"/>
            </a:br>
            <a:r>
              <a:rPr lang="ru-RU" sz="2800" b="1" dirty="0"/>
              <a:t>ПМ11. Разработка, администрирование и защита баз данных</a:t>
            </a:r>
            <a:br>
              <a:rPr lang="ru-RU" sz="5400" dirty="0"/>
            </a:br>
            <a:r>
              <a:rPr lang="ru-RU" sz="2800" dirty="0"/>
              <a:t>Тема: Разработка системы «ХранительПРО» для организации пропускного режима на объекте КИИ</a:t>
            </a:r>
            <a:endParaRPr lang="ru-RU" sz="5400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8AA271E9-7A07-34B5-71B8-9D5792454FF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46355"/>
            <a:ext cx="9144000" cy="1235935"/>
          </a:xfrm>
        </p:spPr>
        <p:txBody>
          <a:bodyPr>
            <a:normAutofit fontScale="85000" lnSpcReduction="20000"/>
          </a:bodyPr>
          <a:lstStyle/>
          <a:p>
            <a:r>
              <a:rPr lang="ru-RU" dirty="0"/>
              <a:t>МИНИСТЕРСТВО ОБРАЗОВАНИЯ КИРОВСКОЙ ОБЛАСТИ</a:t>
            </a:r>
          </a:p>
          <a:p>
            <a:r>
              <a:rPr lang="ru-RU" dirty="0"/>
              <a:t>Кировское областное государственное профессиональное образовательное </a:t>
            </a:r>
          </a:p>
          <a:p>
            <a:r>
              <a:rPr lang="ru-RU" dirty="0"/>
              <a:t> бюджетное учреждение  </a:t>
            </a:r>
          </a:p>
          <a:p>
            <a:r>
              <a:rPr lang="ru-RU" dirty="0"/>
              <a:t>«Слободской колледж педагогики и социальных отношений»</a:t>
            </a:r>
          </a:p>
          <a:p>
            <a:endParaRPr lang="ru-RU" dirty="0"/>
          </a:p>
        </p:txBody>
      </p:sp>
      <p:sp>
        <p:nvSpPr>
          <p:cNvPr id="4" name="Подзаголовок 2">
            <a:extLst>
              <a:ext uri="{FF2B5EF4-FFF2-40B4-BE49-F238E27FC236}">
                <a16:creationId xmlns:a16="http://schemas.microsoft.com/office/drawing/2014/main" id="{6E69DBC7-F925-4CF3-E027-0938593B0E26}"/>
              </a:ext>
            </a:extLst>
          </p:cNvPr>
          <p:cNvSpPr txBox="1">
            <a:spLocks/>
          </p:cNvSpPr>
          <p:nvPr/>
        </p:nvSpPr>
        <p:spPr>
          <a:xfrm>
            <a:off x="5717406" y="3933068"/>
            <a:ext cx="6296526" cy="2024970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ru-RU" dirty="0"/>
              <a:t>Выполнила: Красноперова Ульяна Анатольевна</a:t>
            </a:r>
          </a:p>
          <a:p>
            <a:pPr algn="r"/>
            <a:r>
              <a:rPr lang="ru-RU" dirty="0"/>
              <a:t>Группа: 23П-2</a:t>
            </a:r>
          </a:p>
          <a:p>
            <a:pPr algn="r"/>
            <a:r>
              <a:rPr lang="ru-RU" dirty="0"/>
              <a:t>Специальность: 09.02.07 Информационные системы и программирование</a:t>
            </a:r>
          </a:p>
          <a:p>
            <a:pPr algn="r"/>
            <a:r>
              <a:rPr lang="ru-RU" dirty="0"/>
              <a:t>Руководитель: Калинин Арсений Олегович</a:t>
            </a:r>
          </a:p>
        </p:txBody>
      </p:sp>
      <p:sp>
        <p:nvSpPr>
          <p:cNvPr id="5" name="Подзаголовок 2">
            <a:extLst>
              <a:ext uri="{FF2B5EF4-FFF2-40B4-BE49-F238E27FC236}">
                <a16:creationId xmlns:a16="http://schemas.microsoft.com/office/drawing/2014/main" id="{602E7854-E0FE-F252-218F-CC90BB16C4F6}"/>
              </a:ext>
            </a:extLst>
          </p:cNvPr>
          <p:cNvSpPr txBox="1">
            <a:spLocks/>
          </p:cNvSpPr>
          <p:nvPr/>
        </p:nvSpPr>
        <p:spPr>
          <a:xfrm>
            <a:off x="5297905" y="6073542"/>
            <a:ext cx="1596190" cy="5381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2026г.</a:t>
            </a:r>
          </a:p>
        </p:txBody>
      </p:sp>
    </p:spTree>
    <p:extLst>
      <p:ext uri="{BB962C8B-B14F-4D97-AF65-F5344CB8AC3E}">
        <p14:creationId xmlns:p14="http://schemas.microsoft.com/office/powerpoint/2010/main" val="8954262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75AF173-E752-3E50-4DE1-C9D058A662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9507" y="149513"/>
            <a:ext cx="10515600" cy="1325563"/>
          </a:xfrm>
        </p:spPr>
        <p:txBody>
          <a:bodyPr/>
          <a:lstStyle/>
          <a:p>
            <a:r>
              <a:rPr lang="ru-RU" dirty="0"/>
              <a:t>День 1: Анализ и проектирование БД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3BAE4BD-EA2E-BACF-D436-2A8AE6BA2A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6006" y="1253890"/>
            <a:ext cx="10345074" cy="51085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dirty="0"/>
              <a:t>Выполнила: </a:t>
            </a:r>
          </a:p>
          <a:p>
            <a:pPr marL="514350" indent="-514350">
              <a:buAutoNum type="arabicParenR"/>
            </a:pPr>
            <a:r>
              <a:rPr lang="en-US" dirty="0"/>
              <a:t>UML-</a:t>
            </a:r>
            <a:r>
              <a:rPr lang="ru-RU" dirty="0"/>
              <a:t>диаграмма вариантов использования</a:t>
            </a:r>
          </a:p>
          <a:p>
            <a:pPr marL="514350" indent="-514350">
              <a:buAutoNum type="arabicParenR"/>
            </a:pPr>
            <a:r>
              <a:rPr lang="en-US" dirty="0"/>
              <a:t>ERD</a:t>
            </a:r>
            <a:r>
              <a:rPr lang="ru-RU" dirty="0"/>
              <a:t>-диаграмма</a:t>
            </a:r>
          </a:p>
          <a:p>
            <a:pPr marL="514350" indent="-514350">
              <a:buAutoNum type="arabicParenR"/>
            </a:pPr>
            <a:r>
              <a:rPr lang="ru-RU" dirty="0"/>
              <a:t>Создание БД в </a:t>
            </a:r>
            <a:r>
              <a:rPr lang="en-US" dirty="0"/>
              <a:t>PostgreSQL</a:t>
            </a:r>
            <a:r>
              <a:rPr lang="ru-RU" dirty="0"/>
              <a:t> в 3НФ</a:t>
            </a:r>
            <a:endParaRPr lang="en-US" dirty="0"/>
          </a:p>
          <a:p>
            <a:pPr marL="514350" indent="-514350">
              <a:buAutoNum type="arabicParenR"/>
            </a:pPr>
            <a:r>
              <a:rPr lang="ru-RU" dirty="0"/>
              <a:t>Экспортировала в </a:t>
            </a:r>
            <a:r>
              <a:rPr lang="en-US" dirty="0"/>
              <a:t>MS SQL Server</a:t>
            </a:r>
          </a:p>
          <a:p>
            <a:pPr marL="514350" indent="-514350">
              <a:buAutoNum type="arabicParenR"/>
            </a:pPr>
            <a:r>
              <a:rPr lang="ru-RU" dirty="0"/>
              <a:t>Словарь данных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C64E2319-CFBF-E6C5-C835-62275F1CB5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9078" y="917295"/>
            <a:ext cx="4258501" cy="2709034"/>
          </a:xfrm>
          <a:prstGeom prst="round2DiagRect">
            <a:avLst>
              <a:gd name="adj1" fmla="val 16667"/>
              <a:gd name="adj2" fmla="val 0"/>
            </a:avLst>
          </a:prstGeom>
          <a:ln w="88900" cap="sq">
            <a:solidFill>
              <a:srgbClr val="FFFFFF"/>
            </a:soli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05D82AAF-3CAF-0548-92B9-0E57E3FA6B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6473" y="3996283"/>
            <a:ext cx="4048634" cy="2613950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D0205C1C-F273-66F7-1198-AC9610B507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99162" y="4477209"/>
            <a:ext cx="3963190" cy="1816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49192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8C604C0E-46A4-C7AE-7B3C-40ADC1B9C2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9507" y="149513"/>
            <a:ext cx="10515600" cy="1325563"/>
          </a:xfrm>
        </p:spPr>
        <p:txBody>
          <a:bodyPr/>
          <a:lstStyle/>
          <a:p>
            <a:r>
              <a:rPr lang="ru-RU" dirty="0"/>
              <a:t>День 2: Приложение для посетителя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51EC969-59DD-1CEE-F576-E584BB7CD1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6261" y="1279564"/>
            <a:ext cx="7856398" cy="487356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dirty="0"/>
              <a:t>Функционал:</a:t>
            </a:r>
          </a:p>
          <a:p>
            <a:r>
              <a:rPr lang="ru-RU" dirty="0"/>
              <a:t>Регистрация и авторизация</a:t>
            </a:r>
          </a:p>
          <a:p>
            <a:r>
              <a:rPr lang="ru-RU" dirty="0"/>
              <a:t>Подача личной и групповой заявки</a:t>
            </a:r>
          </a:p>
          <a:p>
            <a:r>
              <a:rPr lang="ru-RU" dirty="0"/>
              <a:t>Просмотр своих заявок</a:t>
            </a:r>
          </a:p>
          <a:p>
            <a:r>
              <a:rPr lang="ru-RU" dirty="0"/>
              <a:t>Прикрепление файлов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12DD7F13-9602-0D74-8FD6-584B4966CF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2579" y="1115637"/>
            <a:ext cx="2448267" cy="1629002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7C36DB58-EED2-3FA4-ADF9-C29AB24EDC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18990" y="1115637"/>
            <a:ext cx="2012871" cy="2707579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F436EBCB-A268-8D43-6869-9F9A160022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22631" y="3698929"/>
            <a:ext cx="4448796" cy="2800741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E6ED0470-43A4-B7C8-37DF-7D6690C470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16092" y="3298744"/>
            <a:ext cx="2502898" cy="3309046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6E86804F-9E0C-9F34-B23B-E0B177ED5EA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18990" y="3823216"/>
            <a:ext cx="2460510" cy="2932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99826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70A39610-0FA2-2146-F18E-F778D1D8D0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9506" y="149513"/>
            <a:ext cx="11846293" cy="1325563"/>
          </a:xfrm>
        </p:spPr>
        <p:txBody>
          <a:bodyPr/>
          <a:lstStyle/>
          <a:p>
            <a:r>
              <a:rPr lang="ru-RU" dirty="0"/>
              <a:t>День 3: Терминал сотрудника общего отдела</a:t>
            </a:r>
          </a:p>
        </p:txBody>
      </p:sp>
      <p:sp>
        <p:nvSpPr>
          <p:cNvPr id="5" name="Объект 2">
            <a:extLst>
              <a:ext uri="{FF2B5EF4-FFF2-40B4-BE49-F238E27FC236}">
                <a16:creationId xmlns:a16="http://schemas.microsoft.com/office/drawing/2014/main" id="{3B26EE31-A987-98FF-0851-5408312C6A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5114" y="1260709"/>
            <a:ext cx="9920869" cy="5306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dirty="0"/>
              <a:t>Функционал:</a:t>
            </a:r>
          </a:p>
          <a:p>
            <a:r>
              <a:rPr lang="ru-RU" dirty="0"/>
              <a:t>Авторизация по коду сотрудника</a:t>
            </a:r>
          </a:p>
          <a:p>
            <a:r>
              <a:rPr lang="ru-RU" dirty="0"/>
              <a:t>Просмотр и фильтрация заявок</a:t>
            </a:r>
          </a:p>
          <a:p>
            <a:r>
              <a:rPr lang="ru-RU" dirty="0"/>
              <a:t>Одобрение/отклонение заявок</a:t>
            </a:r>
          </a:p>
          <a:p>
            <a:r>
              <a:rPr lang="ru-RU" dirty="0"/>
              <a:t>Проверка черного списка</a:t>
            </a:r>
          </a:p>
          <a:p>
            <a:pPr marL="0" indent="0">
              <a:buNone/>
            </a:pPr>
            <a:r>
              <a:rPr lang="ru-RU" dirty="0"/>
              <a:t>Создано:</a:t>
            </a:r>
          </a:p>
          <a:p>
            <a:r>
              <a:rPr lang="ru-RU" dirty="0"/>
              <a:t>Представление </a:t>
            </a:r>
            <a:r>
              <a:rPr lang="en-US" dirty="0"/>
              <a:t>ViewListRequests</a:t>
            </a:r>
          </a:p>
          <a:p>
            <a:r>
              <a:rPr lang="ru-RU" dirty="0"/>
              <a:t>Хранимая процедура </a:t>
            </a:r>
            <a:r>
              <a:rPr lang="en-US" dirty="0"/>
              <a:t>FilteringRequests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685E248-4A85-068A-80B0-DA4ACF622E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0363" y="981085"/>
            <a:ext cx="3200847" cy="3210373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9D04073F-A725-E712-2B39-04F7FB245B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2652" y="3837805"/>
            <a:ext cx="4951511" cy="2929698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2234F7A8-98D3-4C74-6A03-2976F16CB6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5210" y="4482534"/>
            <a:ext cx="3081896" cy="2375466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0DFC915E-6014-6672-5839-0439A9D7DF3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17378" y="1884788"/>
            <a:ext cx="3400900" cy="2029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08908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4EFF41-2BE2-9EC7-0799-49ABE77E8A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25B3D3DF-6038-5406-7264-EB2CE4EA65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9506" y="149513"/>
            <a:ext cx="11846293" cy="1325563"/>
          </a:xfrm>
        </p:spPr>
        <p:txBody>
          <a:bodyPr/>
          <a:lstStyle/>
          <a:p>
            <a:r>
              <a:rPr lang="ru-RU" dirty="0"/>
              <a:t>День 4: Терминал охраны и подразделения</a:t>
            </a:r>
          </a:p>
        </p:txBody>
      </p:sp>
      <p:sp>
        <p:nvSpPr>
          <p:cNvPr id="5" name="Объект 2">
            <a:extLst>
              <a:ext uri="{FF2B5EF4-FFF2-40B4-BE49-F238E27FC236}">
                <a16:creationId xmlns:a16="http://schemas.microsoft.com/office/drawing/2014/main" id="{4CFF5902-8A90-33EC-8DE5-A4DF2FC363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85942" y="1402111"/>
            <a:ext cx="11306610" cy="545588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dirty="0"/>
              <a:t>Терминал охраны:</a:t>
            </a:r>
          </a:p>
          <a:p>
            <a:r>
              <a:rPr lang="ru-RU" dirty="0"/>
              <a:t>Просмотр одобренных заявок</a:t>
            </a:r>
          </a:p>
          <a:p>
            <a:r>
              <a:rPr lang="ru-RU" dirty="0"/>
              <a:t>Поиск по ФИО/паспорту</a:t>
            </a:r>
          </a:p>
          <a:p>
            <a:r>
              <a:rPr lang="ru-RU" dirty="0"/>
              <a:t>Разрешение доступа</a:t>
            </a:r>
          </a:p>
          <a:p>
            <a:pPr marL="0" indent="0">
              <a:buNone/>
            </a:pPr>
            <a:r>
              <a:rPr lang="ru-RU" dirty="0"/>
              <a:t>Терминал подразделения:</a:t>
            </a:r>
          </a:p>
          <a:p>
            <a:r>
              <a:rPr lang="ru-RU" dirty="0"/>
              <a:t>Фиксация входа/выхода</a:t>
            </a:r>
            <a:endParaRPr lang="en-US" dirty="0"/>
          </a:p>
          <a:p>
            <a:r>
              <a:rPr lang="ru-RU" dirty="0"/>
              <a:t>Добавление в черный список</a:t>
            </a:r>
          </a:p>
          <a:p>
            <a:pPr marL="0" indent="0">
              <a:buNone/>
            </a:pPr>
            <a:r>
              <a:rPr lang="ru-RU" dirty="0"/>
              <a:t>Создано:</a:t>
            </a:r>
          </a:p>
          <a:p>
            <a:r>
              <a:rPr lang="ru-RU" dirty="0"/>
              <a:t>Триггер генерации логина</a:t>
            </a:r>
          </a:p>
          <a:p>
            <a:r>
              <a:rPr lang="ru-RU" dirty="0"/>
              <a:t>Диаграмма деятельности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9D8BF854-489F-9C9E-F1D7-8AD8ED51D5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5999" y="1192018"/>
            <a:ext cx="4977434" cy="2993483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50AA88D9-91D0-17D5-1891-7B3310BCFC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71335" y="3429000"/>
            <a:ext cx="2548805" cy="2733215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5115CEFC-A1B3-3DED-C9AF-E6BB860D8F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3649" y="4354696"/>
            <a:ext cx="4150238" cy="2334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78912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03D21D-3748-6BF5-F306-4DF0C8688C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6B0E9068-D6A6-5B70-ED4D-43D424F63F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9506" y="149513"/>
            <a:ext cx="11846293" cy="1325563"/>
          </a:xfrm>
        </p:spPr>
        <p:txBody>
          <a:bodyPr/>
          <a:lstStyle/>
          <a:p>
            <a:r>
              <a:rPr lang="ru-RU" dirty="0"/>
              <a:t>День 5: Отчеты и документация</a:t>
            </a:r>
          </a:p>
        </p:txBody>
      </p:sp>
      <p:sp>
        <p:nvSpPr>
          <p:cNvPr id="5" name="Объект 2">
            <a:extLst>
              <a:ext uri="{FF2B5EF4-FFF2-40B4-BE49-F238E27FC236}">
                <a16:creationId xmlns:a16="http://schemas.microsoft.com/office/drawing/2014/main" id="{CFCA0970-2CC1-EEAC-3F1D-6B909E8BB8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9064" y="1252598"/>
            <a:ext cx="8252326" cy="545588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dirty="0"/>
              <a:t>Отчеты:</a:t>
            </a:r>
          </a:p>
          <a:p>
            <a:r>
              <a:rPr lang="ru-RU" dirty="0"/>
              <a:t>Количество посещений </a:t>
            </a:r>
          </a:p>
          <a:p>
            <a:r>
              <a:rPr lang="ru-RU" dirty="0"/>
              <a:t>Список лиц на территории</a:t>
            </a:r>
          </a:p>
          <a:p>
            <a:r>
              <a:rPr lang="ru-RU" dirty="0"/>
              <a:t>Автосохранение каждые 3 часа</a:t>
            </a:r>
          </a:p>
          <a:p>
            <a:pPr marL="0" indent="0">
              <a:buNone/>
            </a:pPr>
            <a:r>
              <a:rPr lang="ru-RU" dirty="0"/>
              <a:t>Документация:</a:t>
            </a:r>
          </a:p>
          <a:p>
            <a:r>
              <a:rPr lang="ru-RU" dirty="0"/>
              <a:t>Диаграмма вариантов использования</a:t>
            </a:r>
            <a:endParaRPr lang="en-US" dirty="0"/>
          </a:p>
          <a:p>
            <a:r>
              <a:rPr lang="ru-RU" dirty="0"/>
              <a:t>Дневник практики</a:t>
            </a:r>
          </a:p>
          <a:p>
            <a:r>
              <a:rPr lang="ru-RU" dirty="0"/>
              <a:t>Аттестационный лист</a:t>
            </a:r>
          </a:p>
          <a:p>
            <a:r>
              <a:rPr lang="ru-RU" dirty="0"/>
              <a:t>Отчет по практике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933D606-7402-A528-AC42-92221FC883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9380" y="710270"/>
            <a:ext cx="3289940" cy="2155478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F39D8A65-23C7-DB5D-E38C-A01F0E4700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78911" y="464552"/>
            <a:ext cx="2743583" cy="63826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263AA3CF-426B-DDDE-07A4-83102CC5EDD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22955" y="1088457"/>
            <a:ext cx="2699208" cy="1237720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793397AB-5439-81F7-A6AC-8D0F127208B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0140" y="4402814"/>
            <a:ext cx="3260153" cy="2237470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F6EBF93A-0779-F81F-D2E3-B489637DC19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62749" y="2097867"/>
            <a:ext cx="2597883" cy="4001276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FC95FF01-0949-9105-40C2-893537D0C0C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5787" y="2756380"/>
            <a:ext cx="3186638" cy="35211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4123238"/>
      </p:ext>
    </p:extLst>
  </p:cSld>
  <p:clrMapOvr>
    <a:masterClrMapping/>
  </p:clrMapOvr>
</p:sld>
</file>

<file path=ppt/theme/theme1.xml><?xml version="1.0" encoding="utf-8"?>
<a:theme xmlns:a="http://schemas.openxmlformats.org/drawingml/2006/main" name="Легкий дым">
  <a:themeElements>
    <a:clrScheme name="Легкий дым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Легкий дым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Легкий дым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188</TotalTime>
  <Words>223</Words>
  <Application>Microsoft Office PowerPoint</Application>
  <PresentationFormat>Широкоэкранный</PresentationFormat>
  <Paragraphs>54</Paragraphs>
  <Slides>6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6</vt:i4>
      </vt:variant>
    </vt:vector>
  </HeadingPairs>
  <TitlesOfParts>
    <vt:vector size="11" baseType="lpstr">
      <vt:lpstr>Arial</vt:lpstr>
      <vt:lpstr>Calibri</vt:lpstr>
      <vt:lpstr>Century Gothic</vt:lpstr>
      <vt:lpstr>Wingdings 3</vt:lpstr>
      <vt:lpstr>Легкий дым</vt:lpstr>
      <vt:lpstr>ОТЧЕТ   по учебной практике ПМ11. Разработка, администрирование и защита баз данных Тема: Разработка системы «ХранительПРО» для организации пропускного режима на объекте КИИ</vt:lpstr>
      <vt:lpstr>День 1: Анализ и проектирование БД</vt:lpstr>
      <vt:lpstr>День 2: Приложение для посетителя</vt:lpstr>
      <vt:lpstr>День 3: Терминал сотрудника общего отдела</vt:lpstr>
      <vt:lpstr>День 4: Терминал охраны и подразделения</vt:lpstr>
      <vt:lpstr>День 5: Отчеты и документация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Sgushello LI</dc:creator>
  <cp:lastModifiedBy>Анатолий Красноперов</cp:lastModifiedBy>
  <cp:revision>12</cp:revision>
  <dcterms:created xsi:type="dcterms:W3CDTF">2026-04-20T16:01:16Z</dcterms:created>
  <dcterms:modified xsi:type="dcterms:W3CDTF">2026-04-20T19:50:55Z</dcterms:modified>
</cp:coreProperties>
</file>