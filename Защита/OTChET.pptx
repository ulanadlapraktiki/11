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62" r:id="rId3"/>
    <p:sldId id="263" r:id="rId4"/>
    <p:sldId id="265" r:id="rId5"/>
    <p:sldId id="257" r:id="rId6"/>
    <p:sldId id="258" r:id="rId7"/>
    <p:sldId id="259" r:id="rId8"/>
    <p:sldId id="260" r:id="rId9"/>
    <p:sldId id="261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EE06E-6907-46DC-B298-B4B1011CDA1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FBC5A2-0286-485C-BC63-46CDB546D6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7686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FBC5A2-0286-485C-BC63-46CDB546D6D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782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718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6633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743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354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4559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570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3929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6076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771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031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6414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161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2069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7728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112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6136-4108-482B-AFFF-106B86E3963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1697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06136-4108-482B-AFFF-106B86E39634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8D957CA-E736-4F4F-8CB7-7A364DB53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18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CEB1AC-2E97-98EC-A699-298A5A0046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5406" y="1779525"/>
            <a:ext cx="9144000" cy="2290813"/>
          </a:xfrm>
        </p:spPr>
        <p:txBody>
          <a:bodyPr>
            <a:normAutofit fontScale="90000"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</a:t>
            </a:r>
            <a:b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учебной практике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ПМ11. Разработка, администрирование и защита баз данных</a:t>
            </a:r>
            <a:b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Тема: Разработка системы «ХранительПРО» для организации пропускного режима на объекте КИИ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AA271E9-7A07-34B5-71B8-9D5792454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6038" y="130851"/>
            <a:ext cx="9144000" cy="1235935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КИРОВСКОЙ ОБЛАСТИ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Кировское областное государственное профессиональное образовательное 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бюджетное учреждение  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«Слободской колледж педагогики и социальных отношений»</a:t>
            </a:r>
          </a:p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6E69DBC7-F925-4CF3-E027-0938593B0E26}"/>
              </a:ext>
            </a:extLst>
          </p:cNvPr>
          <p:cNvSpPr txBox="1">
            <a:spLocks/>
          </p:cNvSpPr>
          <p:nvPr/>
        </p:nvSpPr>
        <p:spPr>
          <a:xfrm>
            <a:off x="5717406" y="4070338"/>
            <a:ext cx="6296526" cy="20249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Красноперова Ульяна Анатольевна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23П-2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Специальность: 09.02.07 Информационные системы и программирование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Калинин Арсений Олегович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602E7854-E0FE-F252-218F-CC90BB16C4F6}"/>
              </a:ext>
            </a:extLst>
          </p:cNvPr>
          <p:cNvSpPr txBox="1">
            <a:spLocks/>
          </p:cNvSpPr>
          <p:nvPr/>
        </p:nvSpPr>
        <p:spPr>
          <a:xfrm>
            <a:off x="5297905" y="6073542"/>
            <a:ext cx="1596190" cy="538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2026г.</a:t>
            </a:r>
          </a:p>
        </p:txBody>
      </p:sp>
    </p:spTree>
    <p:extLst>
      <p:ext uri="{BB962C8B-B14F-4D97-AF65-F5344CB8AC3E}">
        <p14:creationId xmlns:p14="http://schemas.microsoft.com/office/powerpoint/2010/main" val="895426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C55D8-6565-DC0F-0DE3-D2BA6BE45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F1BF42-B666-C690-1C51-D105E1E43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описания предметной области, текста задания, имеющихся макетов, исходных данных вам необходимо разработать базу данных в выбранной СУБД. </a:t>
            </a:r>
          </a:p>
        </p:txBody>
      </p:sp>
    </p:spTree>
    <p:extLst>
      <p:ext uri="{BB962C8B-B14F-4D97-AF65-F5344CB8AC3E}">
        <p14:creationId xmlns:p14="http://schemas.microsoft.com/office/powerpoint/2010/main" val="715497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D7046B-3DA7-037F-4A79-412CEDC81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2ABCAB-E65E-7A2B-D091-9ED7CAFFF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диаграмму вариантов использования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ERD-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Диаграмму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Сделать БД в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PostgresSQL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Заполнить данными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Сделать миграцию 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Server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приложение 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WPF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462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85A42-5BC4-933D-A057-01D971900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вариантов использования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199CADD4-190C-F615-4143-13AE1709FA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7794" y="2284429"/>
            <a:ext cx="6716412" cy="427262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3761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5AF173-E752-3E50-4DE1-C9D058A66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07" y="149513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День 1: Анализ и проектирование 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BAE4BD-EA2E-BACF-D436-2A8AE6BA2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006" y="1253890"/>
            <a:ext cx="10345074" cy="5108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</a:t>
            </a:r>
          </a:p>
          <a:p>
            <a:pPr marL="514350" indent="-514350"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</a:t>
            </a:r>
          </a:p>
          <a:p>
            <a:pPr marL="514350" indent="-514350">
              <a:buAutoNum type="arabicParenR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-диаграмма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arenR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БД 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3НФ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arenR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Экспортировала 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SQL Server</a:t>
            </a:r>
          </a:p>
          <a:p>
            <a:pPr marL="514350" indent="-514350">
              <a:buAutoNum type="arabicParenR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Словарь данных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5D82AAF-3CAF-0548-92B9-0E57E3FA6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473" y="3996283"/>
            <a:ext cx="4048634" cy="261395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0205C1C-F273-66F7-1198-AC9610B50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127" y="1385218"/>
            <a:ext cx="3963190" cy="181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919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C604C0E-46A4-C7AE-7B3C-40ADC1B9C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07" y="149513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День 2: Приложение для посетителя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1EC969-59DD-1CEE-F576-E584BB7CD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261" y="1279564"/>
            <a:ext cx="7856398" cy="4873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и авторизация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Подача личной и групповой заявки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своих заявок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Прикрепление файлов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2DD7F13-9602-0D74-8FD6-584B4966C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579" y="1115637"/>
            <a:ext cx="2448267" cy="162900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C36DB58-EED2-3FA4-ADF9-C29AB24ED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990" y="1115637"/>
            <a:ext cx="2012871" cy="270757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436EBCB-A268-8D43-6869-9F9A16002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631" y="3698929"/>
            <a:ext cx="4448796" cy="280074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6ED0470-43A4-B7C8-37DF-7D6690C470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092" y="3298744"/>
            <a:ext cx="2502898" cy="330904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E86804F-9E0C-9F34-B23B-E0B177ED5E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8990" y="3823216"/>
            <a:ext cx="2460510" cy="293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982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0A39610-0FA2-2146-F18E-F778D1D8D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06" y="149513"/>
            <a:ext cx="11846293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День 3: Терминал сотрудника общего отдела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3B26EE31-A987-98FF-0851-5408312C6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114" y="1260709"/>
            <a:ext cx="9920869" cy="5306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Авторизация по коду сотрудника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и фильтрация заявок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Одобрение/отклонение заявок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черного списка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Создано: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ViewListRequests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Хранимая процедура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FilteringRequests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685E248-4A85-068A-80B0-DA4ACF622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363" y="981085"/>
            <a:ext cx="3200847" cy="321037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D04073F-A725-E712-2B39-04F7FB245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652" y="3837805"/>
            <a:ext cx="4951511" cy="292969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234F7A8-98D3-4C74-6A03-2976F16CB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210" y="4482534"/>
            <a:ext cx="3081896" cy="237546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DFC915E-6014-6672-5839-0439A9D7DF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7378" y="1884788"/>
            <a:ext cx="3400900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890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EFF41-2BE2-9EC7-0799-49ABE77E8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5B3D3DF-6038-5406-7264-EB2CE4EA6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06" y="149513"/>
            <a:ext cx="11846293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День 4: Терминал охраны и подразделения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CFF5902-8A90-33EC-8DE5-A4DF2FC36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942" y="1402111"/>
            <a:ext cx="11306610" cy="54558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Терминал охраны: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одобренных заявок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по ФИО/паспорту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Разрешение доступа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Терминал подразделения: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Фиксация входа/выхода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в черный список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Создано: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Триггер генерации логина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деятельности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D8BF854-489F-9C9E-F1D7-8AD8ED51D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5999" y="1192018"/>
            <a:ext cx="4977434" cy="299348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0AA88D9-91D0-17D5-1891-7B3310BCF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335" y="3429000"/>
            <a:ext cx="2548805" cy="273321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115CEFC-A1B3-3DED-C9AF-E6BB860D8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649" y="4354696"/>
            <a:ext cx="4150238" cy="23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91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3D21D-3748-6BF5-F306-4DF0C8688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B0E9068-D6A6-5B70-ED4D-43D424F63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06" y="149513"/>
            <a:ext cx="11846293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День 5: Отчеты и документация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FCA0970-2CC1-EEAC-3F1D-6B909E8BB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064" y="1252598"/>
            <a:ext cx="8252326" cy="54558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Отчеты: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посещений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лиц на территории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Автосохранение каждые 3 часа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Документация: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Дневник практики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Аттестационный лист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 по практике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933D606-7402-A528-AC42-92221FC88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380" y="710270"/>
            <a:ext cx="3289940" cy="215547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39D8A65-23C7-DB5D-E38C-A01F0E470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8911" y="464552"/>
            <a:ext cx="2743583" cy="6382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63AA3CF-426B-DDDE-07A4-83102CC5ED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2955" y="1088457"/>
            <a:ext cx="2699208" cy="123772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93397AB-5439-81F7-A6AC-8D0F127208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0140" y="4402814"/>
            <a:ext cx="3260153" cy="223747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6EBF93A-0779-F81F-D2E3-B489637DC1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2749" y="2097867"/>
            <a:ext cx="2597883" cy="400127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C95FF01-0949-9105-40C2-893537D0C0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5787" y="2756380"/>
            <a:ext cx="3186638" cy="352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23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D0026A-DACF-76D3-35F5-B474B48ED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81458E-2636-3413-AE3F-7751A54CD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описания предметной области, текста задания, имеющихся макетов, исходных данных разработана база данных в выбранной СУБД.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практике ПМ11 я научилась работать в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PostgresSQL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экспортировать данные в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Server,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работать с библиотекой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Npgsql.EntityFrameworkCore.PostgreSQL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796497954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769</TotalTime>
  <Words>322</Words>
  <Application>Microsoft Office PowerPoint</Application>
  <PresentationFormat>Широкоэкранный</PresentationFormat>
  <Paragraphs>67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Times New Roman</vt:lpstr>
      <vt:lpstr>Wingdings 3</vt:lpstr>
      <vt:lpstr>Легкий дым</vt:lpstr>
      <vt:lpstr>ОТЧЕТ   по учебной практике ПМ11. Разработка, администрирование и защита баз данных Тема: Разработка системы «ХранительПРО» для организации пропускного режима на объекте КИИ</vt:lpstr>
      <vt:lpstr>цель</vt:lpstr>
      <vt:lpstr>Основные задачи</vt:lpstr>
      <vt:lpstr>Диаграмма вариантов использования</vt:lpstr>
      <vt:lpstr>День 1: Анализ и проектирование БД</vt:lpstr>
      <vt:lpstr>День 2: Приложение для посетителя</vt:lpstr>
      <vt:lpstr>День 3: Терминал сотрудника общего отдела</vt:lpstr>
      <vt:lpstr>День 4: Терминал охраны и подразделения</vt:lpstr>
      <vt:lpstr>День 5: Отчеты и документация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Sgushello LI</dc:creator>
  <cp:lastModifiedBy>Анатолий Красноперов</cp:lastModifiedBy>
  <cp:revision>14</cp:revision>
  <dcterms:created xsi:type="dcterms:W3CDTF">2026-04-20T16:01:16Z</dcterms:created>
  <dcterms:modified xsi:type="dcterms:W3CDTF">2026-04-21T05:37:03Z</dcterms:modified>
</cp:coreProperties>
</file>